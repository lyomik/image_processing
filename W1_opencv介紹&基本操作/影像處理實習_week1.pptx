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3jAldOCOlQ2K/yXtDqaxcGlxn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1874b7db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81874b7db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影像處理實習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Week 1. OpenCV介紹與基本操作</a:t>
            </a:r>
            <a:endParaRPr/>
          </a:p>
        </p:txBody>
      </p:sp>
      <p:sp>
        <p:nvSpPr>
          <p:cNvPr id="90" name="Google Shape;9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598" y="358587"/>
            <a:ext cx="1801397" cy="222844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>
            <p:ph idx="1" type="subTitle"/>
          </p:nvPr>
        </p:nvSpPr>
        <p:spPr>
          <a:xfrm>
            <a:off x="2877672" y="64492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OpenCV 是一個 </a:t>
            </a:r>
            <a:r>
              <a:rPr b="1" lang="en-US" sz="1800"/>
              <a:t>開源的跨平台電腦視覺與機器學習函式庫</a:t>
            </a:r>
            <a:r>
              <a:rPr lang="en-US" sz="1800"/>
              <a:t>，最早由 Intel 在 1999 年開發，目前由 OpenCV.org 維護。它主要用於 </a:t>
            </a:r>
            <a:r>
              <a:rPr b="1" lang="en-US" sz="1800"/>
              <a:t>影像處理、電腦視覺與人工智慧相關應用</a:t>
            </a:r>
            <a:r>
              <a:rPr lang="en-US" sz="1800"/>
              <a:t>，支援 </a:t>
            </a:r>
            <a:r>
              <a:rPr b="1" lang="en-US" sz="1800"/>
              <a:t>C++、Python、Java</a:t>
            </a:r>
            <a:r>
              <a:rPr lang="en-US" sz="1800"/>
              <a:t> 等多種語言，並且可以在 Windows、Linux、macOS、Android、iOS 等平台使用。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1511300" y="3754967"/>
            <a:ext cx="1333500" cy="51600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影像處理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3445933" y="5109634"/>
            <a:ext cx="1333500" cy="51600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影像分割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5109633" y="3754967"/>
            <a:ext cx="1333500" cy="51600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幾何處理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7224185" y="5109634"/>
            <a:ext cx="1333500" cy="51600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影片處理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8837086" y="3754967"/>
            <a:ext cx="1333500" cy="51600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ML/DL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常用Module介紹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Core : </a:t>
            </a:r>
            <a:r>
              <a:rPr lang="en-US" sz="2000"/>
              <a:t>提供基本的資料結構與函數，例如矩陣運算、隨機數產生、排序、統計等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Imgproc : </a:t>
            </a:r>
            <a:r>
              <a:rPr lang="en-US" sz="2000"/>
              <a:t>影像處理核心模組，包含濾波、邊緣檢測、幾何變換、直方圖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Imgcodecs : </a:t>
            </a:r>
            <a:r>
              <a:rPr lang="en-US" sz="2000"/>
              <a:t>讀取與儲存影像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Videoio : </a:t>
            </a:r>
            <a:r>
              <a:rPr lang="en-US" sz="2000"/>
              <a:t>影像相關處理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Highgui : </a:t>
            </a:r>
            <a:r>
              <a:rPr lang="en-US" sz="2000"/>
              <a:t>影像GUI互動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Objdetect : </a:t>
            </a:r>
            <a:r>
              <a:rPr lang="en-US" sz="2000"/>
              <a:t>物件檢測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Ml : </a:t>
            </a:r>
            <a:r>
              <a:rPr lang="en-US" sz="2000"/>
              <a:t>傳統機器學習演算法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Dnn : </a:t>
            </a:r>
            <a:r>
              <a:rPr lang="en-US" sz="2000"/>
              <a:t>可匯入tensorflow、onnx等模型</a:t>
            </a:r>
            <a:endParaRPr/>
          </a:p>
        </p:txBody>
      </p:sp>
      <p:sp>
        <p:nvSpPr>
          <p:cNvPr id="109" name="Google Shape;10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1874b7db5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首先 安裝Opencv</a:t>
            </a:r>
            <a:endParaRPr/>
          </a:p>
        </p:txBody>
      </p:sp>
      <p:sp>
        <p:nvSpPr>
          <p:cNvPr id="115" name="Google Shape;115;g381874b7db5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安裝：pip install opencv-python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測試：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import cv2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print(cv2.__version__)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81874b7db5_0_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Part 1.讀取圖片</a:t>
            </a:r>
            <a:endParaRPr/>
          </a:p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語法：</a:t>
            </a:r>
            <a:r>
              <a:rPr lang="en-US" sz="2000">
                <a:highlight>
                  <a:srgbClr val="FFFF00"/>
                </a:highlight>
              </a:rPr>
              <a:t>cv2.imread(filename, flags)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Filename: 檔案路徑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Flags: 讀取模式 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1. RGB格式 : img = cv2.imread("test.png", cv2.</a:t>
            </a:r>
            <a:r>
              <a:rPr lang="en-US" sz="2000">
                <a:solidFill>
                  <a:srgbClr val="FF0000"/>
                </a:solidFill>
              </a:rPr>
              <a:t>IMREAD_COLOR</a:t>
            </a:r>
            <a:r>
              <a:rPr lang="en-US" sz="20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2. 灰階格式 : img = cv2.imread("test.png", cv2.</a:t>
            </a:r>
            <a:r>
              <a:rPr lang="en-US" sz="2000">
                <a:solidFill>
                  <a:srgbClr val="FF0000"/>
                </a:solidFill>
              </a:rPr>
              <a:t>IMREAD_GRAYSCALE</a:t>
            </a:r>
            <a:r>
              <a:rPr lang="en-US" sz="20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3. 完整影像 : img = cv2.imread("test.png", cv2.</a:t>
            </a:r>
            <a:r>
              <a:rPr lang="en-US" sz="2000">
                <a:solidFill>
                  <a:srgbClr val="FF0000"/>
                </a:solidFill>
              </a:rPr>
              <a:t>IMREAD_UNCHANGED</a:t>
            </a:r>
            <a:r>
              <a:rPr lang="en-US" sz="20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23" name="Google Shape;1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Part 1.讀取圖片</a:t>
            </a:r>
            <a:endParaRPr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圖片的基本資訊：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1.</a:t>
            </a:r>
            <a:r>
              <a:rPr b="1" lang="en-US" sz="2000"/>
              <a:t>Shape</a:t>
            </a:r>
            <a:r>
              <a:rPr lang="en-US" sz="2000"/>
              <a:t> : img.shape   # (高度, 寬度, 通道數)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2.</a:t>
            </a:r>
            <a:r>
              <a:rPr b="1" lang="en-US" sz="2000"/>
              <a:t>像素量 </a:t>
            </a:r>
            <a:r>
              <a:rPr lang="en-US" sz="2000"/>
              <a:t>: img.size  # 總像素數 = 高度 × 寬度 × 通道數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3.</a:t>
            </a:r>
            <a:r>
              <a:rPr b="1" lang="en-US" sz="2000"/>
              <a:t>資料型態 </a:t>
            </a:r>
            <a:r>
              <a:rPr lang="en-US" sz="2000"/>
              <a:t>: img.dtype  # 常見是 uint8 (0 ~ 255)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4.</a:t>
            </a:r>
            <a:r>
              <a:rPr b="1" lang="en-US" sz="2000"/>
              <a:t>單一像素值 </a:t>
            </a:r>
            <a:r>
              <a:rPr lang="en-US" sz="2000"/>
              <a:t>: px = img[100, 50]      # 取得 (y=100, x=50) 的像素 (B, G, R) | 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gray_px = img[100, 50] # 灰階圖就是單一值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30" name="Google Shape;1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Part 1.讀取圖片</a:t>
            </a:r>
            <a:endParaRPr/>
          </a:p>
        </p:txBody>
      </p:sp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838200" y="1825624"/>
            <a:ext cx="11353800" cy="503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>
                <a:solidFill>
                  <a:srgbClr val="FF0000"/>
                </a:solidFill>
              </a:rPr>
              <a:t>秀出你的圖片吧!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顯示圖片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cv2.imshow("My Image", img)   # 建立視窗並顯示影像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等待鍵盤輸入 (單位：毫秒)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cv2.waitKey(0)   # 0 表示無限等待，直到按下任意鍵才繼續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關閉所有視窗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cv2.destroyAllWindows()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儲存圖片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cv2.imwrite(‘檔名路徑’, img)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37" name="Google Shape;13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pic>
        <p:nvPicPr>
          <p:cNvPr descr="萊娜圖- 維基百科，自由的百科全書"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5067" y="1924050"/>
            <a:ext cx="3009900" cy="3009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6"/>
          <p:cNvSpPr txBox="1"/>
          <p:nvPr/>
        </p:nvSpPr>
        <p:spPr>
          <a:xfrm>
            <a:off x="9055100" y="5068887"/>
            <a:ext cx="2057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萊娜圖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（Lenna）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Part 2.圖片表示</a:t>
            </a:r>
            <a:endParaRPr/>
          </a:p>
        </p:txBody>
      </p:sp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首先，我們常用</a:t>
            </a:r>
            <a:r>
              <a:rPr lang="en-US" sz="2000">
                <a:highlight>
                  <a:srgbClr val="FFFF00"/>
                </a:highlight>
              </a:rPr>
              <a:t>numpy</a:t>
            </a:r>
            <a:r>
              <a:rPr lang="en-US" sz="2000"/>
              <a:t>處理矩陣：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1. 灰階圖 (2維陣列 (H, W))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img = np.zeros((480, 640), dtype=np.uint8)  #建立一張 480x640、8-bit 的黑圖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2. 彩色圖  (3 維陣列 (H, W, 3))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black = np.zeros((100, 200, 3), dtype=np.uint8)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/>
              <a:t>Q: (H, W, 4)呢?</a:t>
            </a:r>
            <a:endParaRPr sz="4000"/>
          </a:p>
        </p:txBody>
      </p:sp>
      <p:sp>
        <p:nvSpPr>
          <p:cNvPr id="146" name="Google Shape;1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12483" y="3911788"/>
            <a:ext cx="1957301" cy="24445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Part 2.圖片表示</a:t>
            </a:r>
            <a:endParaRPr/>
          </a:p>
        </p:txBody>
      </p:sp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ROI：Region of Interest（感興趣區域）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1. 了解圖片大小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h, w, c = img.shape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print("高度 (rows) =", h)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print("寬度 (cols) =", w)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print("通道數 =", c)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2. 截出指定區域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roi = img[y1:y2, x1:x2]</a:t>
            </a:r>
            <a:endParaRPr sz="2000"/>
          </a:p>
        </p:txBody>
      </p:sp>
      <p:sp>
        <p:nvSpPr>
          <p:cNvPr id="154" name="Google Shape;1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pic>
        <p:nvPicPr>
          <p:cNvPr descr="萊娜圖- 維基百科，自由的百科全書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3400" y="822081"/>
            <a:ext cx="3009900" cy="3009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萊娜圖- 維基百科，自由的百科全書" id="156" name="Google Shape;156;p8"/>
          <p:cNvPicPr preferRelativeResize="0"/>
          <p:nvPr/>
        </p:nvPicPr>
        <p:blipFill rotWithShape="1">
          <a:blip r:embed="rId3">
            <a:alphaModFix/>
          </a:blip>
          <a:srcRect b="42498" l="46543" r="29568" t="45298"/>
          <a:stretch/>
        </p:blipFill>
        <p:spPr>
          <a:xfrm>
            <a:off x="10285044" y="5291016"/>
            <a:ext cx="719017" cy="3673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57" name="Google Shape;157;p8"/>
          <p:cNvCxnSpPr>
            <a:endCxn id="156" idx="0"/>
          </p:cNvCxnSpPr>
          <p:nvPr/>
        </p:nvCxnSpPr>
        <p:spPr>
          <a:xfrm>
            <a:off x="9972553" y="2610216"/>
            <a:ext cx="672000" cy="2680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8" name="Google Shape;158;p8"/>
          <p:cNvSpPr/>
          <p:nvPr/>
        </p:nvSpPr>
        <p:spPr>
          <a:xfrm>
            <a:off x="9370647" y="2137875"/>
            <a:ext cx="914398" cy="4333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8"/>
          <p:cNvCxnSpPr/>
          <p:nvPr/>
        </p:nvCxnSpPr>
        <p:spPr>
          <a:xfrm>
            <a:off x="7251700" y="3831981"/>
            <a:ext cx="4491567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" name="Google Shape;160;p8"/>
          <p:cNvCxnSpPr/>
          <p:nvPr/>
        </p:nvCxnSpPr>
        <p:spPr>
          <a:xfrm rot="10800000">
            <a:off x="8153400" y="292100"/>
            <a:ext cx="0" cy="42037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8"/>
          <p:cNvSpPr txBox="1"/>
          <p:nvPr/>
        </p:nvSpPr>
        <p:spPr>
          <a:xfrm>
            <a:off x="7996767" y="-98894"/>
            <a:ext cx="3132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11743267" y="3539629"/>
            <a:ext cx="3132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本日作業</a:t>
            </a:r>
            <a:endParaRPr/>
          </a:p>
        </p:txBody>
      </p:sp>
      <p:sp>
        <p:nvSpPr>
          <p:cNvPr id="168" name="Google Shape;168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找一張你喜歡的彩色圖，</a:t>
            </a:r>
            <a:r>
              <a:rPr lang="en-US"/>
              <a:t>框出ROI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繳交的檔案要有：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1.原圖和ROI圖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2.Roi的range是多少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3.程式碼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請把資料夾打包後上傳作業區~</a:t>
            </a:r>
            <a:endParaRPr sz="2000"/>
          </a:p>
        </p:txBody>
      </p:sp>
      <p:sp>
        <p:nvSpPr>
          <p:cNvPr id="169" name="Google Shape;16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2025-09-17T03:10:46Z</dcterms:created>
  <dc:creator>立堯 陳</dc:creator>
</cp:coreProperties>
</file>